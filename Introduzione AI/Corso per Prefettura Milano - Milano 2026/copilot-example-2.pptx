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9E6B08-C5A6-1B16-2473-FE8E2DBA3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D91C2E0-B347-278E-7C3B-4C3006400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C9B2C5-81A8-E3EF-42DA-E30EA870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9F2DC3-5BB8-A146-684D-BF7604B3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4A534B-A2E2-AA33-767F-18411D7A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938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9B99CE-3EAF-54A7-7AC5-1C860C5E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B45D8E-7140-15F7-6C82-E7A18E1D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44A259-B57B-3536-9711-A2D35779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F9C191-243D-04A4-4EC6-903B1DCD7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DF0152-FFC2-1F0A-C0B4-B1C7D248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769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7E4A5B-7F4C-62D3-8D94-76E0C485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EC7D25-4498-8B86-B20C-DD697DE3D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DA34E3-65D4-5E15-F588-D2E8EF10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CC01E0-8898-DA59-364C-D55BD165F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35FA4E-0FE2-223B-A0FB-7ED2DFA1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694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4EB21-E90C-6D3D-EA3F-217B3797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F97855-BDF7-3909-94AC-36F6576A5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72376D4-63DA-56BF-CD08-82F9170D0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DFF4948-3A02-282B-D348-953A34A6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E13B9D3-B70A-45C2-9BA0-EFDF0DE2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B30913-8906-BF6B-2595-5893D72D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324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91EDA-81DC-9396-DE69-26A53EF1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6018DE-0D8D-F5A9-CCE5-BC8D611A0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0E9F06D-667A-8C13-EAA1-6EB5ABA2A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317CEA3-0599-9BBA-177E-0273EE5A9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93FEA76-C60F-2111-CB29-1D4D337C2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C468FB1-C0EA-442A-96A4-DED96238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48A3D0E-62FB-C14F-EFBE-2EF32D31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171A912-53DB-EB6A-AAC5-6CC53CF8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90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97828F-FA8B-AF6C-30CA-7F70F569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3C2DF9A-BBA2-7047-9838-23CE764F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508D912-5DED-1050-6A1F-3D5A7A2E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DCF9739-DB0B-C4DE-7D0A-2193FAF8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711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EA2BB75-E611-6040-EC6F-67F97005A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E963910-FBC5-8CFF-E1E4-E347F90D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5979BC-22FD-7D58-EB5F-F4E2B64A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473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053DDF-1629-3E02-3095-D0E4D6ED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1F4BDF-9902-4C2A-7A64-A682DA3D0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AC34D24-AE32-C2D5-4CDB-DE4821C1E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2AEAD73-C60C-43EA-7BE3-1D5AAC7E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5A0421-3199-614C-BFBF-EFE643B9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472828E-21BA-9CF3-49E4-C5BB7C88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860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24867A-A91A-3E8F-80A0-999120EC7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CE163EF-FB9E-BFE2-779E-34D2C590B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67A680-9C18-BE74-3EF3-D450C71A9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6A0C70-C367-97DF-246A-1DC352B9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874E55-AAEC-A32E-01E0-33BD82C0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B1ACB63-88B0-60BF-9B2E-F41AC04D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892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AC1980-FC0B-9F1B-5CF5-058806C28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B1015FF-AB8B-C1E9-C757-E22C97F5D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06486-2EAC-FF3A-D1EC-53AC87CB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1CAD82-FFDF-D394-6824-602D0D0D8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8DD8D7-B910-B142-A63F-D558DDB1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577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C9AC291-097F-5A21-9A90-1120D33CC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C3C1D03-D5D0-A4FA-482D-6472B611C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0C10D1-6A12-400F-8C7D-97FF3078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077818-607F-E307-D925-CAB84232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A486C1-A9A3-6284-5EC1-BEA5899B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2751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92924D2-4FDC-6DD3-7359-D330CA25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C9432F-5FF2-15B2-6D13-35B92A60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52D3F0-24C6-A881-550D-127DD7835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C2CBC-E555-447F-8F56-6687AFB90BE4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9BCE77-D979-B0DD-3EC9-B16148E88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1AC51F-55C0-6856-C853-45E5767FB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8BACB-B379-437D-ADE4-966A0EA3EA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802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C3369C-BAC2-7F10-3337-7F3B4EF72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642C73-8E03-91D7-41AD-E356C8B5E5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0070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Della Lunga</dc:creator>
  <cp:lastModifiedBy>Giovanni Della Lunga</cp:lastModifiedBy>
  <cp:revision>1</cp:revision>
  <dcterms:created xsi:type="dcterms:W3CDTF">2026-10-19T17:52:57Z</dcterms:created>
  <dcterms:modified xsi:type="dcterms:W3CDTF">2026-10-19T17:53:21Z</dcterms:modified>
</cp:coreProperties>
</file>